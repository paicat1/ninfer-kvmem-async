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LINK0_paper" Type="http://schemas.openxmlformats.org/officeDocument/2006/relationships/hyperlink" Target="https://arxiv.org/abs/2609.04852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LINK0_paper" Type="http://schemas.openxmlformats.org/officeDocument/2006/relationships/hyperlink" Target="https://arxiv.org/abs/2609.04852" TargetMode="External"/><Relationship Id="rIdLINK1_kvmem" Type="http://schemas.openxmlformats.org/officeDocument/2006/relationships/hyperlink" Target="https://github.com/kvmem/kvmem" TargetMode="External"/><Relationship Id="rIdLINK2_shensanshu" Type="http://schemas.openxmlformats.org/officeDocument/2006/relationships/hyperlink" Target="https://github.com/1314521gjy/ninfer-fusion-kvmem" TargetMode="External"/><Relationship Id="rIdLINK3_tancau" Type="http://schemas.openxmlformats.org/officeDocument/2006/relationships/hyperlink" Target="https://github.com/tancau/ninfer-kvmem-ring" TargetMode="External"/><Relationship Id="rIdLINK4_zxz" Type="http://schemas.openxmlformats.org/officeDocument/2006/relationships/hyperlink" Target="https://github.com/XuanzhengZhou/qwen3.8-27b-ternary-5060ti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pPr indent="0" marL="0">
              <a:buNone/>
            </a:pP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pPr indent="0" marL="0">
              <a:buNone/>
            </a:pPr>
            <a:r>
              <a:rPr lang="en-US" sz="1100" dirty="0">
                <a:u ln="dash"/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0_paper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2" name="Text 10"/>
          <p:cNvSpPr/>
          <p:nvPr/>
        </p:nvSpPr>
        <p:spPr>
          <a:xfrm>
            <a:off x="34472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790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u ln="dash"/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0_paper"/>
              </a:rPr>
              <a:t>(arXiv 2609.04852 · B 站 FirePKU)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564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64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u ln="dash"/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1_kvmem"/>
              </a:rPr>
              <a:t>kvmem/kvmem：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96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u ln="dash"/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2_shensanshu"/>
              </a:rPr>
              <a:t>沈三殊——最早把 NInfer × KVMem 结合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u ln="dash"/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3_tancau"/>
              </a:rPr>
              <a:t>tancau——Ring 环实现 · 直接讨论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u ln="dash"/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LINK4_zxz"/>
              </a:rPr>
              <a:t>帅气的 zxz——5060Ti 线 · 融合计划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· Neroued/ninfer · iamwavecut/ninfer-all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9DB4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61188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143000"/>
            <a:ext cx="361188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77440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75888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1232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5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75888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74336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71232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6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2395728"/>
            <a:ext cx="6309360" cy="31089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pPr indent="0" marL="0">
              <a:buNone/>
            </a:pP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55448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54480" y="1673352"/>
            <a:ext cx="2103120" cy="384048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260604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97280"/>
            <a:ext cx="260604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606040" cy="731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8046720" cy="56692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ms 藏在 27-32 ms 里 → 完全隐藏    ｜    </a:t>
            </a:r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63240" y="1600200"/>
            <a:ext cx="1600200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1600200" cy="457200"/>
          </a:xfrm>
          <a:prstGeom prst="rect">
            <a:avLst/>
          </a:prstGeom>
          <a:solidFill>
            <a:srgbClr val="7FB3A8"/>
          </a:solidFill>
          <a:ln/>
        </p:spPr>
      </p:sp>
      <p:sp>
        <p:nvSpPr>
          <p:cNvPr id="13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2240280" cy="457200"/>
          </a:xfrm>
          <a:prstGeom prst="rect">
            <a:avLst/>
          </a:prstGeom>
          <a:solidFill>
            <a:srgbClr val="9D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62179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8046720" cy="658368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pPr indent="0" marL="0">
              <a:buNone/>
            </a:pPr>
            <a:r>
              <a:rPr lang="en-US" sz="11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pPr indent="0" marL="0">
              <a:buNone/>
            </a:pPr>
            <a:r>
              <a:rPr lang="en-US" sz="11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pPr indent="0" marL="0">
              <a:buNone/>
            </a:pPr>
            <a:r>
              <a:rPr lang="en-US" sz="11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上线初期的成果快照（2026-10-11~14）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1783080" cy="58521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51560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504"/>
            <a:ext cx="1783080" cy="585216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746504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68880" y="2441448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36392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3136392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1783080" cy="585216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3831336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8328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追凶已连续 </a:t>
            </a:r>
            <a:pPr indent="0" marL="0">
              <a:buNone/>
            </a:pPr>
            <a:r>
              <a:rPr lang="en-US" sz="105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27632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627632"/>
            <a:ext cx="3886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627632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8046720" cy="676656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419856"/>
            <a:ext cx="109728" cy="67665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"/>
                <a:gridCol w="1645920"/>
                <a:gridCol w="1371600"/>
                <a:gridCol w="137160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pPr indent="0" marL="0">
              <a:buNone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24128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677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267712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895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889504"/>
            <a:ext cx="91440" cy="5303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511296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133088"/>
            <a:ext cx="91440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65760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pPr indent="0" marL="0">
              <a:buNone/>
            </a:pPr>
            <a:r>
              <a:rPr lang="en-US" sz="11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0080"/>
            <a:ext cx="128016" cy="6400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7498080" cy="566928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站在 KVMem 的肩膀上：异步页流水的探索与实践</dc:title>
  <dc:subject>PptxGenJS Presentation</dc:subject>
  <dc:creator>paicat1</dc:creator>
  <cp:lastModifiedBy>paicat1</cp:lastModifiedBy>
  <cp:revision>1</cp:revision>
  <dcterms:created xsi:type="dcterms:W3CDTF">2026-10-16T13:31:21Z</dcterms:created>
  <dcterms:modified xsi:type="dcterms:W3CDTF">2026-10-16T13:31:21Z</dcterms:modified>
</cp:coreProperties>
</file>