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8046720" cy="658368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上线初期的成果快照（2026-10-11~14）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深档（≈1/100）也已造出：引擎首受压窗口内 1.2/2.4 GiB 长持 2/2 命中；同剂量复验不中 ⇒ 假说：高压常驻态首次释放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外部显存压力）、深档首持窗口 2/2（条件解析中）；3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追凶已连续 </a:t>
            </a:r>
            <a:pPr indent="0" marL="0">
              <a:buNone/>
            </a:pPr>
            <a:r>
              <a:rPr lang="en-US" sz="10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27632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627632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8046720" cy="676656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419856"/>
            <a:ext cx="109728" cy="67665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"/>
                <a:gridCol w="1645920"/>
                <a:gridCol w="1371600"/>
                <a:gridCol w="137160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65760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2026-10-16T12:55:13Z</dcterms:created>
  <dcterms:modified xsi:type="dcterms:W3CDTF">2026-10-16T12:55:13Z</dcterms:modified>
</cp:coreProperties>
</file>