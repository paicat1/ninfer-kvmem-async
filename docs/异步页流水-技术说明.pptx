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49808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49808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D3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异步页流水：从“装得下”到“跑得动”的探索与实践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pPr indent="0" marL="0">
              <a:buNone/>
            </a:pPr>
            <a:r>
              <a:rPr lang="en-US" sz="11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644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2" name="Text 10"/>
          <p:cNvSpPr/>
          <p:nvPr/>
        </p:nvSpPr>
        <p:spPr>
          <a:xfrm>
            <a:off x="34472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72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790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59618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618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(arXiv 2609.04852 · B 站 FirePKU)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564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64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kvmem/kvmem：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6" name="Shape 14"/>
          <p:cNvSpPr/>
          <p:nvPr/>
        </p:nvSpPr>
        <p:spPr>
          <a:xfrm>
            <a:off x="61996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沈三殊——最早把 NInfer × KVMem 结合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tancau——Ring 环实现 · 直接讨论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帅气的 zxz——5060Ti 线 · 融合计划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· Neroued/ninfer · iamwavecut/ninfer-all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4000"/>
            </a:avLst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9DB4C0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143000"/>
            <a:ext cx="3611880" cy="3063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0" y="1143000"/>
            <a:ext cx="361188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77440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75888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74336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72784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71232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5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77440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75888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74336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72784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71232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6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77440" y="2395728"/>
            <a:ext cx="6309360" cy="310896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pPr indent="0" marL="0">
              <a:buNone/>
            </a:pPr>
            <a:r>
              <a:rPr lang="en-US" sz="13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异步页流水：让搬运和计算同时发生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55448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554480" y="1673352"/>
            <a:ext cx="2103120" cy="384048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0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8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260604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756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097280"/>
            <a:ext cx="260604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97280"/>
            <a:ext cx="2606040" cy="731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816352"/>
            <a:ext cx="8046720" cy="566928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ms 藏在 27-32 ms 里 → 完全隐藏    ｜    </a:t>
            </a:r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46888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63240" y="1600200"/>
            <a:ext cx="1600200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1600200" cy="457200"/>
          </a:xfrm>
          <a:prstGeom prst="rect">
            <a:avLst/>
          </a:prstGeom>
          <a:solidFill>
            <a:srgbClr val="7FB3A8"/>
          </a:solidFill>
          <a:ln/>
        </p:spPr>
      </p:sp>
      <p:sp>
        <p:nvSpPr>
          <p:cNvPr id="13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55080" y="1600200"/>
            <a:ext cx="2240280" cy="457200"/>
          </a:xfrm>
          <a:prstGeom prst="rect">
            <a:avLst/>
          </a:prstGeom>
          <a:solidFill>
            <a:srgbClr val="9DB4C0"/>
          </a:solidFill>
          <a:ln/>
        </p:spPr>
      </p:sp>
      <p:sp>
        <p:nvSpPr>
          <p:cNvPr id="16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8046720" cy="621792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正确性工程：异步的代价要自己扛住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捕获期 / 运行期分离：部分属性在“捕获”阶段固化，切换通过重启完成——操作边界明确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前不可丢弃：任何“唯一有效副本”在发布新副本前不得释放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取消可回滚：取消是可撤销的排队事件；已开始的 I/O 排空后才回收配额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8046720" cy="777240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9923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无损门（A2）：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prompt 在“池内”与“首次超池”两条路径下——输出</a:t>
            </a:r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逐字完全相同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。异步不改变模型输出，只改变搬运时机。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794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pPr indent="0" marL="0">
              <a:buNone/>
            </a:pPr>
            <a:r>
              <a:rPr lang="en-US" sz="11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流水也有击穿条件——慢峰单批搬运 11.5-33.7 ms 接近步窗时会暴露（详见后文“问题”页）。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目前实现的阶段：第一阶段已交付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846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1783080" cy="58521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1051560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746504"/>
            <a:ext cx="1783080" cy="585216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68880" y="1746504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41448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468880" y="2441448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36392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3136392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831336"/>
            <a:ext cx="1783080" cy="585216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468880" y="3831336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满占用/满频，但功耗极低、显存几乎不动——“空转等待”（自旋）特征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难点：触发窗口不规则，复现以小时计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我们做的排查（有实测支撑）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仪表化：解码步四区段分解 + 设备侧段内打点——时间花在哪，可视化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路径收敛：关闭投机解码（MTP）后谷消失（A-B-A 验证）⇒ 病灶在验证路径内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逐项排除：搬运/带宽（谷窗内传输=0 也发生）、降频（慢窗仍满频）、外部进程、提交/驱动卡死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8328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当前最大嫌疑人：PDL（内核间重叠的依赖等待路径，sm120a 原生构建默认启用）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——其等待为纯轮询实现，与“满频低功耗”自旋指纹吻合；已收敛到少数候选等待点。</a:t>
            </a:r>
            <a:pPr indent="0" marL="0">
              <a:buNone/>
            </a:pPr>
            <a:r>
              <a:rPr lang="en-US" sz="10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尚未完成最终判决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（复现窗口小时级；守望 + 自动采样持续抓取中）。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缓解与应对：全时段监控与自动检测 · 自愈机制 · 现成关闭开关兜底 · 候选修法（等待触发时机 / 逐点确认链上等待点）。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9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 demote/restore 仍是拷贝；原作者已实现“所有权移动”——正在追赶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24128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267712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267712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889504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2889504"/>
            <a:ext cx="91440" cy="5303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B07A0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完成最大嫌疑（PDL 等待路径）的最终判决与修法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511296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3511296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13308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4133088"/>
            <a:ext cx="91440" cy="5303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0080"/>
            <a:ext cx="128016" cy="6400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7498080" cy="566928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站在 KVMem 的肩膀上：异步页流水的探索与实践</dc:title>
  <dc:subject>PptxGenJS Presentation</dc:subject>
  <dc:creator>paicat1</dc:creator>
  <cp:lastModifiedBy>paicat1</cp:lastModifiedBy>
  <cp:revision>1</cp:revision>
  <dcterms:created xsi:type="dcterms:W3CDTF">2026-10-15T10:20:11Z</dcterms:created>
  <dcterms:modified xsi:type="dcterms:W3CDTF">2026-10-15T10:20:11Z</dcterms:modified>
</cp:coreProperties>
</file>