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417320"/>
            <a:ext cx="128016" cy="8686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4" name="Text 2"/>
          <p:cNvSpPr/>
          <p:nvPr/>
        </p:nvSpPr>
        <p:spPr>
          <a:xfrm>
            <a:off x="749808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49808" y="12618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49808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FD3D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异步页流水：从“装得下”到“跑得动”的探索与实践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 KVMem 原作者团队：</a:t>
            </a:r>
            <a:pPr indent="0" marL="0">
              <a:buNone/>
            </a:pPr>
            <a:r>
              <a:rPr lang="en-US" sz="11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 Chai · Leye Wang · Zeshen Su · Zhiguo Xia · Zhihang Yu</a:t>
            </a:r>
            <a:pPr indent="0" marL="0">
              <a:buNone/>
            </a:pPr>
            <a:r>
              <a:rPr lang="en-US" sz="11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（arXiv 2609.04852）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498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9" name="Text 7"/>
          <p:cNvSpPr/>
          <p:nvPr/>
        </p:nvSpPr>
        <p:spPr>
          <a:xfrm>
            <a:off x="9326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2" name="Text 10"/>
          <p:cNvSpPr/>
          <p:nvPr/>
        </p:nvSpPr>
        <p:spPr>
          <a:xfrm>
            <a:off x="34472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79008" y="37033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61888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09728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(arXiv 2609.04852 · B 站 FirePKU)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564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64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kvmem/kvmem：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99632" y="2240280"/>
            <a:ext cx="2560320" cy="1828800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6" name="Shape 14"/>
          <p:cNvSpPr/>
          <p:nvPr/>
        </p:nvSpPr>
        <p:spPr>
          <a:xfrm>
            <a:off x="6199632" y="2240280"/>
            <a:ext cx="256032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沈三殊——最早把 NInfer × KVMem 结合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tancau——Ring 环实现 · 直接讨论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帅气的 zxz——5060Ti 线 · 融合计划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· Neroued/ninfer · iamwavecut/ninfer-all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9E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我们的线始于沈三殊的 NInfer × KVMem 组合；感谢 tancau 与帅气的 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原作者的核心洞察：每一步，只需看见一小部分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4000"/>
            </a:avLst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9DB4C0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143000"/>
            <a:ext cx="3611880" cy="3063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0" y="1143000"/>
            <a:ext cx="361188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留下的那道墙：同步换页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当时的形态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377440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75888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974336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72784" y="1325880"/>
            <a:ext cx="1188720" cy="38404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571232" y="132588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5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77440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75888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974336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2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72784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4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71232" y="1965960"/>
            <a:ext cx="11887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26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2395728"/>
            <a:ext cx="6309360" cy="310896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28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同步换页的推论：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pPr indent="0" marL="0">
              <a:buNone/>
            </a:pPr>
            <a:r>
              <a:rPr lang="en-US" sz="130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我们的探索从这道墙开始：把“回避换页”变成“驾驭换页”。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异步页流水：让搬运和计算同时发生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155448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1170432"/>
            <a:ext cx="2103120" cy="384048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554480" y="1673352"/>
            <a:ext cx="2103120" cy="384048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0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3383280"/>
            <a:ext cx="91440" cy="95097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2606040" cy="731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756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1097280"/>
            <a:ext cx="260604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06040" cy="15727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097280"/>
            <a:ext cx="2606040" cy="731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16352"/>
            <a:ext cx="8046720" cy="566928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1-3 ms 藏在 27-32 ms 里 → 完全隐藏    ｜    </a:t>
            </a:r>
            <a:pPr indent="0" marL="0">
              <a:buNone/>
            </a:pPr>
            <a:r>
              <a:rPr lang="en-US" sz="14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46888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63240" y="1600200"/>
            <a:ext cx="1600200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0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1600200" cy="457200"/>
          </a:xfrm>
          <a:prstGeom prst="rect">
            <a:avLst/>
          </a:prstGeom>
          <a:solidFill>
            <a:srgbClr val="7FB3A8"/>
          </a:solidFill>
          <a:ln/>
        </p:spPr>
      </p:sp>
      <p:sp>
        <p:nvSpPr>
          <p:cNvPr id="13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55080" y="1600200"/>
            <a:ext cx="2240280" cy="457200"/>
          </a:xfrm>
          <a:prstGeom prst="rect">
            <a:avLst/>
          </a:prstGeom>
          <a:solidFill>
            <a:srgbClr val="9DB4C0"/>
          </a:solidFill>
          <a:ln/>
        </p:spPr>
      </p:sp>
      <p:sp>
        <p:nvSpPr>
          <p:cNvPr id="16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pPr indent="0" marL="0">
              <a:buNone/>
            </a:pPr>
            <a:r>
              <a:rPr lang="en-US" sz="125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566160"/>
            <a:ext cx="8046720" cy="621792"/>
          </a:xfrm>
          <a:prstGeom prst="rect">
            <a:avLst/>
          </a:prstGeom>
          <a:solidFill>
            <a:srgbClr val="0B1F3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正确性工程：异步的代价要自己扛住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捕获期 / 运行期分离：部分属性在“捕获”阶段固化，切换通过重启完成——操作边界明确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前不可丢弃：任何“唯一有效副本”在发布新副本前不得释放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取消可回滚：取消是可撤销的排队事件；已开始的 I/O 排空后才回收配额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8046720" cy="777240"/>
          </a:xfrm>
          <a:prstGeom prst="rect">
            <a:avLst/>
          </a:prstGeom>
          <a:solidFill>
            <a:srgbClr val="E8F1F5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999232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C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无损门（A2）：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prompt 在“池内”与“首次超池”两条路径下——输出</a:t>
            </a:r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逐字完全相同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。异步不改变模型输出，只改变搬运时机。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50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pPr indent="0" marL="0">
              <a:buNone/>
            </a:pPr>
            <a:r>
              <a:rPr lang="en-US" sz="11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流水也有击穿条件——慢峰单批搬运 11.5-33.7 ms 接近步窗时会暴露（详见后文“问题”页）。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目前实现的阶段：第一阶段已交付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846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C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已交付并转正（日常运行档）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B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51560"/>
            <a:ext cx="1783080" cy="58521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468880" y="1051560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746504"/>
            <a:ext cx="1783080" cy="585216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68880" y="1746504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441448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468880" y="2441448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136392"/>
            <a:ext cx="1783080" cy="585216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468880" y="3136392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1783080" cy="585216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468880" y="3831336"/>
            <a:ext cx="6126480" cy="58521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一个仍在攻关的问题：时段性慢态（“死亡谷”）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97280"/>
            <a:ext cx="3886200" cy="73152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现象与指纹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偶发延迟尖峰：同一步耗时可从 30 ms 级 → 数百 ms 级（深端可达秒级）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指纹：GPU 满占用 / 满频，但功耗极低、显存几乎不动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分钟级自愈；输出逐字无损（与池内路径相同）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曾以“小时级窗口”极难复现——现已可按需制造（见右）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09160" y="1097280"/>
            <a:ext cx="388620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097280"/>
            <a:ext cx="3886200" cy="731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2435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攻关进展（最新）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572768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施加即入谷（速度降至 1/25）、释放即恢复、可重复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▪"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046720" cy="713232"/>
          </a:xfrm>
          <a:prstGeom prst="rect">
            <a:avLst/>
          </a:prstGeom>
          <a:solidFill>
            <a:srgbClr val="FFF4DC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3383280"/>
            <a:ext cx="109728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3814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7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</a:t>
            </a:r>
            <a:pPr indent="0" marL="0">
              <a:buNone/>
            </a:pPr>
            <a:r>
              <a:rPr lang="en-US" sz="1000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外部算力 / 拷贝 / 节流全部正常。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里程碑：可按需复现（约 1.2 GiB 外部显存压力）；3 步、约 2 分钟的最小复现协议已备好供上游 / 驱动侧研判。仍待解：自然状态下的触发源。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流水击穿边界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慢峰单批搬运 11.5-33.7 ms 会接近/超过解码步窗——异步方案固有的暴露窗口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深流水尚未转正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多批同时搬运在飞是摊薄击穿的方向，仍在验证中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228600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28600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19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3840480" cy="950976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383280"/>
            <a:ext cx="91440" cy="950976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我们深耕单路长上下文；原作者的多路并发场景我们覆盖不足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注：“时段性慢态”已在上一页单独展开。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109728" cy="45720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024128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645920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267712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267712"/>
            <a:ext cx="91440" cy="530352"/>
          </a:xfrm>
          <a:prstGeom prst="rect">
            <a:avLst/>
          </a:prstGeom>
          <a:solidFill>
            <a:srgbClr val="0E4C6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0E4C6E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889504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2889504"/>
            <a:ext cx="91440" cy="530352"/>
          </a:xfrm>
          <a:prstGeom prst="rect">
            <a:avLst/>
          </a:prstGeom>
          <a:solidFill>
            <a:srgbClr val="B07A00"/>
          </a:solidFill>
          <a:ln/>
        </p:spPr>
      </p:sp>
      <p:sp>
        <p:nvSpPr>
          <p:cNvPr id="25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B07A00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慢态收口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驱动提交阻塞的上游定位（3 步最小复现已备）；自然触发源追查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511296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3511296"/>
            <a:ext cx="91440" cy="530352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1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4133088"/>
            <a:ext cx="8046720" cy="5303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133088"/>
            <a:ext cx="91440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7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修复与实测数据贡献回社区（含与 KVMem 官方后端的收敛对接）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00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KVMem 的肩膀上 · 异步页流水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0080"/>
            <a:ext cx="128016" cy="640080"/>
          </a:xfrm>
          <a:prstGeom prst="rect">
            <a:avLst/>
          </a:prstGeom>
          <a:solidFill>
            <a:srgbClr val="0FA3A8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A3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FA3A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3EE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2960" y="3977640"/>
            <a:ext cx="7498080" cy="566928"/>
          </a:xfrm>
          <a:prstGeom prst="rect">
            <a:avLst/>
          </a:prstGeom>
          <a:solidFill>
            <a:srgbClr val="13314D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8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7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站在 KVMem 的肩膀上：异步页流水的探索与实践</dc:title>
  <dc:subject>PptxGenJS Presentation</dc:subject>
  <dc:creator>paicat1</dc:creator>
  <cp:lastModifiedBy>paicat1</cp:lastModifiedBy>
  <cp:revision>1</cp:revision>
  <dcterms:created xsi:type="dcterms:W3CDTF">2026-10-16T05:05:58Z</dcterms:created>
  <dcterms:modified xsi:type="dcterms:W3CDTF">2026-10-16T05:05:58Z</dcterms:modified>
</cp:coreProperties>
</file>