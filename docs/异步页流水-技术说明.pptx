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上线初期的成果快照（2026-10-11~14）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施加即入谷（速度降至 1/25）、释放即恢复、可重复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里程碑：可按需复现（约 1.2 GiB 外部显存压力）；3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5760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2026-10-16T09:18:57Z</dcterms:created>
  <dcterms:modified xsi:type="dcterms:W3CDTF">2026-10-16T09:18:57Z</dcterms:modified>
</cp:coreProperties>
</file>