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17320"/>
            <a:ext cx="128016" cy="86868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Technical Brief · 2026-10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26187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49808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FD3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Page Pipeline: from “fits in” to “never stalls” — exploration and practice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to the KVMem authors:</a:t>
            </a:r>
            <a:pPr indent="0" marL="0">
              <a:buNone/>
            </a:pPr>
            <a:r>
              <a:rPr lang="en-US" sz="110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 Chai · Leye Wang · Zeshen Su · Zhiguo Xia · Zhihang Yu</a:t>
            </a:r>
            <a:pPr indent="0" marL="0">
              <a:buNone/>
            </a:pPr>
            <a:r>
              <a:rPr lang="en-US" sz="1100" dirty="0">
                <a:solidFill>
                  <a:srgbClr val="7E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（arXiv 2609.04852）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37033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314D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virtualization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Pioneers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37033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314D"/>
          </a:solidFill>
          <a:ln/>
        </p:spPr>
      </p:sp>
      <p:sp>
        <p:nvSpPr>
          <p:cNvPr id="12" name="Text 10"/>
          <p:cNvSpPr/>
          <p:nvPr/>
        </p:nvSpPr>
        <p:spPr>
          <a:xfrm>
            <a:off x="3447288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Page Pipeline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7288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79008" y="370332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3314D"/>
          </a:solidFill>
          <a:ln/>
        </p:spPr>
      </p:sp>
      <p:sp>
        <p:nvSpPr>
          <p:cNvPr id="15" name="Text 13"/>
          <p:cNvSpPr/>
          <p:nvPr/>
        </p:nvSpPr>
        <p:spPr>
          <a:xfrm>
            <a:off x="5961888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it fast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61888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291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First: a tribute to the original authors' pioneering 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9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no precedent to follow, they answered a question once deemed impossible: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“Can a consumer 16 GB GPU carry a million-token agent workspace?”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2240280"/>
            <a:ext cx="2560320" cy="1828800"/>
          </a:xfrm>
          <a:prstGeom prst="rect">
            <a:avLst/>
          </a:prstGeom>
          <a:solidFill>
            <a:srgbClr val="13314D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24028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 &amp; innovation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KVMem: Virtualizing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Million-Token Agent Workspaces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a Consumer GPU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(arXiv 2609.04852 · Bilibili: FirePKU)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56432" y="2240280"/>
            <a:ext cx="2560320" cy="1828800"/>
          </a:xfrm>
          <a:prstGeom prst="rect">
            <a:avLst/>
          </a:prstGeom>
          <a:solidFill>
            <a:srgbClr val="13314D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6432" y="224028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Open-source engineering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393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kvmem/kvmem: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 backends formalized (llama.cpp + NInfer)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RTX 50 official runtime bundle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acceptance &amp; failure records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2240280"/>
            <a:ext cx="2560320" cy="1828800"/>
          </a:xfrm>
          <a:prstGeom prst="rect">
            <a:avLst/>
          </a:prstGeom>
          <a:solidFill>
            <a:srgbClr val="13314D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9632" y="2240280"/>
            <a:ext cx="25603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825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Ecosystem lineage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825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Shensanshu — first to combine NInfer × KVMem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tancau — Ring implementation · direct discussions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Shuaqi-de-zxz — 5060Ti line · fusion plan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llama.cpp · Neroued/ninfer · iamwavecut/ninfer-all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3232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9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line starts from Shensanshu's NInfer × KVMem combination; thanks to tancau and Shuaqi-de-zxz for direct exchanges; recently KVMem upstream also adopted NInfer as an official backend — technical convergence.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INSIGHT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original insight: each step only needs to see a small part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workloads push context to hundreds of thousands — even a million — tokens (1M-token KV ≈ 32 GiB; consumer cards have 16 GB) — yet each step truly “sees” only a small part of the KV: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377440" cy="1371600"/>
          </a:xfrm>
          <a:prstGeom prst="roundRect">
            <a:avLst>
              <a:gd name="adj" fmla="val 4000"/>
            </a:avLst>
          </a:prstGeom>
          <a:solidFill>
            <a:srgbClr val="0E4C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Sink (fixed head)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e.g. 12K tokens · resident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783080"/>
            <a:ext cx="1371600" cy="1371600"/>
          </a:xfrm>
          <a:prstGeom prst="roundRect">
            <a:avLst>
              <a:gd name="adj" fmla="val 4000"/>
            </a:avLst>
          </a:prstGeom>
          <a:solidFill>
            <a:srgbClr val="0FA3A8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Recent (recent window)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5468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e.g. 1K tokens · resident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9DB4C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920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remaining history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swapped in only when retrieval hits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So: full KV lives in host RAM (optionally tiered to SSD); the GPU keeps only “what is currently needed” — KV virtualization is born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Pioneering techniques &amp; public progress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First-of-their-kind, systematically practiced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virtualization (quant scales + MTP KV tiered together)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retrieval-driven on-demand swap-in (not full moves)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3225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LRFU history weighting + GQA-max scoring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7523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Ownership move (restore without copying or requantizing)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182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Quota + versioned publish + read lease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611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Unified cross-backend memory contract (shared by both engines)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1143000"/>
            <a:ext cx="36118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143000"/>
            <a:ext cx="361188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Public progress（0.18.0 / RC3）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69164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Dual backends formalized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llama.cpp + NInfer; Windows RTX 50 (sm120a) official bundle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RC3 measurements (5060 Ti 16GB + IQ3_S)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long-history tool turn 53.24 tok/s · 260K-token input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 text 50.08 / code 64.54 tok/s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Peak full-card VRAM ≈ 14.12 GiB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Engineering discipline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Paired statistics (95% upper bound) · boundaries “explicitly refused rather than guessed”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acceptance &amp; failure records public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wall left behind: synchronous paging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32588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75888" y="1325880"/>
            <a:ext cx="1188720" cy="38404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3675888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Wait-move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74336" y="132588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1" name="Text 9"/>
          <p:cNvSpPr/>
          <p:nvPr/>
        </p:nvSpPr>
        <p:spPr>
          <a:xfrm>
            <a:off x="4974336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72784" y="1325880"/>
            <a:ext cx="1188720" cy="38404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Wait-move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71232" y="132588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5" name="Text 13"/>
          <p:cNvSpPr/>
          <p:nvPr/>
        </p:nvSpPr>
        <p:spPr>
          <a:xfrm>
            <a:off x="7571232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goal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77440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75888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20" name="Text 18"/>
          <p:cNvSpPr/>
          <p:nvPr/>
        </p:nvSpPr>
        <p:spPr>
          <a:xfrm>
            <a:off x="3675888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74336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22" name="Text 20"/>
          <p:cNvSpPr/>
          <p:nvPr/>
        </p:nvSpPr>
        <p:spPr>
          <a:xfrm>
            <a:off x="4974336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72784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571232" y="1965960"/>
            <a:ext cx="11887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26" name="Text 24"/>
          <p:cNvSpPr/>
          <p:nvPr/>
        </p:nvSpPr>
        <p:spPr>
          <a:xfrm>
            <a:off x="7571232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77440" y="2395728"/>
            <a:ext cx="6309360" cy="310896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28" name="Text 26"/>
          <p:cNvSpPr/>
          <p:nvPr/>
        </p:nvSpPr>
        <p:spPr>
          <a:xfrm>
            <a:off x="2514600" y="24048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Movement overlapped with compute (see p.7 anatomy)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Corollary of synchronous paging: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engineering red line “pool must not be smaller than the working set” is, in essence,</a:t>
            </a:r>
            <a:pPr indent="0" marL="0">
              <a:buNone/>
            </a:pPr>
            <a:r>
              <a:rPr lang="en-US" sz="13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avoiding paging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if the pool covers demand, no paging happens. But real agent context keeps growing; avoidance always ends.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starts at this wall: turning “avoiding paging” into “mastering paging”.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Page Pipeline: movement and compute, at the same time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step 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54480" y="1170432"/>
            <a:ext cx="21031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 step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step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170432"/>
            <a:ext cx="2103120" cy="384048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Infer step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1673352"/>
            <a:ext cx="2103120" cy="384048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Move (8-page batch)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17007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pages land before the next step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286000"/>
            <a:ext cx="91440" cy="95097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Pages + batches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46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tokens/page; 8 pages per batch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bounds each move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286000"/>
            <a:ext cx="91440" cy="95097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Submit &amp; return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194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 never waits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essence of “async”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83280"/>
            <a:ext cx="91440" cy="95097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In-flight counting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46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“left device, not yet published”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intermediate state, honestly accounted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383280"/>
            <a:ext cx="91440" cy="95097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 / drop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194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 only after verification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drop only when useless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is the movement “hidden”?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2606040" cy="731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compute units (SM)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runs the entire decode graph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~27-32 ms per decode step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260604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Dedicated runner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copy engine (DMA)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3872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moves pages between VRAM and host RAM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~1-3 ms per 8-page batch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0604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097280"/>
            <a:ext cx="2606040" cy="73152"/>
          </a:xfrm>
          <a:prstGeom prst="rect">
            <a:avLst/>
          </a:prstGeom>
          <a:solidFill>
            <a:srgbClr val="B07A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2764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764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scheduler thread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2764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filters: protection → watermark → relevance scoring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microseconds — never moves anything itself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816352"/>
            <a:ext cx="8046720" cy="56692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286207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“the chef stops cooking to fetch ingredients” — the kitchen keeps cooking while a dedicated runner shuttles between pantry and stove. Two pairs of hands, at once.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1-3 ms hidden inside 27-32 ms → fully hidden    |    </a:t>
            </a:r>
            <a:pPr indent="0" marL="0">
              <a:buNone/>
            </a:pPr>
            <a:r>
              <a:rPr lang="en-US" sz="140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74.4K deep over-pool → 114.4 tok/s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0416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Double insurance: better decisions (protection / watermark / scoring) + cheaper mistakes (async hiding + A2 lossless); in-flight counting + ledger guarantee no loss, no duplication.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Objective fixed: the pool turns from a “capacity gate” into a “knob”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 async, the pool's benefit curve shows a three-segment structure (200K context):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468880" cy="4572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61848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Pool &lt; working set (~42K)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1214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moving every step — carried by the pipeline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600200"/>
            <a:ext cx="1600200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0" name="Text 8"/>
          <p:cNvSpPr/>
          <p:nvPr/>
        </p:nvSpPr>
        <p:spPr>
          <a:xfrm>
            <a:off x="313639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Sweet spot 42K-56K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06324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movement in normal turns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600200"/>
            <a:ext cx="1600200" cy="457200"/>
          </a:xfrm>
          <a:prstGeom prst="rect">
            <a:avLst/>
          </a:prstGeom>
          <a:solidFill>
            <a:srgbClr val="7FB3A8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Preferred 56K-96K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covers most sessions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55080" y="1600200"/>
            <a:ext cx="2240280" cy="457200"/>
          </a:xfrm>
          <a:prstGeom prst="rect">
            <a:avLst/>
          </a:prstGeom>
          <a:solidFill>
            <a:srgbClr val="9DB4C0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1618488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96K (above request line)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2121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marginal gain collapses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Measured:</a:t>
            </a:r>
            <a:pPr indent="0" marL="0">
              <a:buNone/>
            </a:pPr>
            <a:r>
              <a:rPr lang="en-US" sz="12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64K vs 51K pool: only ~8 more turns — beyond the working-set line, extra pool mainly guards deep pile-ups, and the pipeline already covers those.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8046720" cy="621792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118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GB VRAM is zero-sum: every GiB given to the pool is one GiB taken from KV precision or weight tier — and precision affects every turn. → Shallow pool + deep pipeline + high precision.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Correctness engineering: three rules for the “runner”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607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 = we hired a runner (see p.7). Bad rules mean lost or misplaced packages — so we gave him three rules, plus an “exam paper”: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1: never move a book that is in use：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engine's “blueprint” is fixed at startup (capture phase); no runtime changes — to change, restart. Boundary crystal clear.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2: keep the old copy until the new one lands：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a new replica is published, the old one is never dropped — a “sole valid” copy is always at hand.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 3: a cancelled order still finishes its run：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requests can cancel, but in-flight moves must drain before accounting — no “vanished mid-way” accounts.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658368"/>
          </a:xfrm>
          <a:prstGeom prst="rect">
            <a:avLst/>
          </a:prstGeom>
          <a:solidFill>
            <a:srgbClr val="E8F1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6499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That “exam paper” (lossless gate A2):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same question answered via the “in-pool” and “first over-pool” paths</a:t>
            </a:r>
            <a:pPr indent="0" marL="0">
              <a:buNone/>
            </a:pPr>
            <a:r>
              <a:rPr lang="en-US" sz="115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byte-identical</a:t>
            </a:r>
            <a:pPr indent="0" marL="0">
              <a:buNone/>
            </a:pPr>
            <a:r>
              <a:rPr lang="en-US" sz="11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async changes only the timing of movement, never the model output.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96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Honest disclosure:</a:t>
            </a:r>
            <a:pPr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 slow peaks the movement “can't hide” (a batch approaches the step window) — the pipeline's breakdown boundary; the fix is a deeper pipeline (see issues page).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Achieved so far: early results at V2 launch (2026-10-11~14)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Item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Status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Page-level async pipeline (move ∥ decode)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delivered &amp; promoted to default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Pool calibration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81,920 tokens measured (16 GB card, low-bit KV tier)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Speed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peak 400+ tok/s; 1-hour average 220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 over-pool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74.4K context (pool ~65K): 114.4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Losslessness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in-pool vs over-pool byte-identical (A2 gate)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Scope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single-stream long-context agent sessions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Early results at V2 launch (day one: peak 333, over-pool 103-195 tok/s; table completed over the following days) — NOT the latest state; latest progress (valley manhunt / deep-turn AB proof) on pages 13-14.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Stage: phase 1 (feasibility &amp; stability) complete — from “it runs” to “runs long without collapsing, byte-lossless”; entering phase 2 (performance deep-dive).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Milestones: the one-day birth of the async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783080" cy="58521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8813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Dawn · problem defined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08813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 drift: after 34 turns, 330 pages stranded on host — decode falls to 3 tok/s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46504"/>
            <a:ext cx="1783080" cy="585216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14:35-17:39 · three builds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746504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78308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cancel-checkpoint first → batched moves (8 pages) → root cause found: synchronous D2H copy (bimodal 10-20×)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1783080" cy="58521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7802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20:36 · async move shipped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0" y="2441448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2478024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transfer-stream async submit + harvest-next-step (~600 lines) — first battle: peak 333 tok/s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136392"/>
            <a:ext cx="1783080" cy="585216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17296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Night · verification loop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3136392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97480" y="3172968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over-pool decode 103-195 tok/s (was 4-6) — 20-40×; 10+ turns with zero slowdown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31336"/>
            <a:ext cx="1783080" cy="585216"/>
          </a:xfrm>
          <a:prstGeom prst="rect">
            <a:avLst/>
          </a:prstGeom>
          <a:solidFill>
            <a:srgbClr val="B07A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86791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10-13 · promoted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3831336"/>
            <a:ext cx="6126480" cy="58521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97480" y="386791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independent cross-review (2×40 deep rounds) + real long sessions → default baseline: 127 turns, 0×500, peak 403.7 tok/s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4622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day: “define → build → localize → ship → verify”; every step carries an A/B rollback arm (NINFER_ASYNC_DEMOTE=0).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QUEST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 open problem: a transient slow state (the “death valley”)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86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86200" cy="73152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Symptoms &amp; fingerprint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57276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sporadic latency spikes: one step can go from ~30 ms to hundreds of ms (seconds at the deep end)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fingerprint: GPU fully utilized / at full clocks, yet power draw is tiny and VRAM barely moves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self-heals in minutes; output byte-lossless (identical to the in-pool path)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once reproducible only via “hour-scale windows” — now manufacturable on demand (right)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886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388620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 (latest)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on-demand reproduction: external VRAM pressure (~1.2 GiB) ⇒ valley on pressure (speed /25), recovery on release, repeatable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localized: all time in host-side submit calls (submit≈wall, wait=sync≈0) ⇒ driver-internal blocking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ruled out: PDL ❌ (former prime suspect) · page bounce ❌ · host paths ❌ · page tiers ❌ · pool size ❌ · throttling ❌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mitigation: avoid VRAM contention (the only confirmed one); minimal repro protocol ready (for upstream)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8046720" cy="713232"/>
          </a:xfrm>
          <a:prstGeom prst="rect">
            <a:avLst/>
          </a:prstGeom>
          <a:solidFill>
            <a:srgbClr val="FFF4D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383280"/>
            <a:ext cx="10972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3814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 localized:</a:t>
            </a:r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whole round's time is spent in host-side submit calls (submit ≈ wall, wait = sync ≈ 0) ⇒ the blockage is in the engine's own submission path (driver-internal blocking) —</a:t>
            </a:r>
            <a:pPr indent="0" marL="0">
              <a:buNone/>
            </a:pPr>
            <a:r>
              <a:rPr lang="en-US" sz="10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external compute / copies / throttling all normal.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Milestone: on-demand reproduction (~1.2 GiB external VRAM pressure); a 3-step, ~2-minute minimal repro protocol is ready for upstream / driver-side analysis. Still open: the natural trigger.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MANHUNT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Manhunt in progress: no culprit yet, but the circle is closing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hunt has run </a:t>
            </a:r>
            <a:pPr indent="0" marL="0">
              <a:buNone/>
            </a:pPr>
            <a:r>
              <a:rPr lang="en-US" sz="105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hours (5 days &amp; nights), nonstop</a:t>
            </a:r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(10-11 → 10-16): engineering-grade controlled stress testing + field forensics throughout; numerous issues fixed and improved along the way (instrument defects, regressions, self-inflicted bugs). Today (10-16) we ran another deep over-pool AB test of the async pipeline — results on the next page.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88620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27632"/>
            <a:ext cx="388620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async pipeline's contribution: same-condition proof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multi-turn (2.3-3.5× over-pool), async removed: decode ~20% slower (r=0.80)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deepest segment (3.5× over-pool): ≈ 2.0× gap (235.6 vs 119.4 tok/s)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ring stalls: 33 → 2 (~16×)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shallow / one-shot: a tie (r=1.13) ⇒ the value “depends on working-set depth”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627632"/>
            <a:ext cx="3886200" cy="1664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27632"/>
            <a:ext cx="3886200" cy="731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Suspect range: an ever-tightening process of elimination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ruled out: PDL (former prime suspect) · page bounce · host paths · page tiers · pool size · throttling — each measured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locked on: all time in host-side submit calls (submit≈wall) ⇒ driver-internal blocking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 reproducible on demand (external VRAM pressure): no more “waiting for windows”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remaining suspects: inside the driver submit path · the natural trigger · the superposition hypothesis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8046720" cy="676656"/>
          </a:xfrm>
          <a:prstGeom prst="rect">
            <a:avLst/>
          </a:prstGeom>
          <a:solidFill>
            <a:srgbClr val="FFF4D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419856"/>
            <a:ext cx="109728" cy="6766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culprit yet — but the hunt has shifted from “waiting for it” to “manufacturing it on demand”</a:t>
            </a:r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what remains: pin the exact blocking point to line level (driver-side localization + field forensics in parallel).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Note: evidence basis = n=3/arm, single machine, healthy period; valley-period impact not covered (future work).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verdict experiment: deep over-pool AB ablation (2026-10-16)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7899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48640"/>
                <a:gridCol w="1645920"/>
                <a:gridCol w="1371600"/>
                <a:gridCol w="1371600"/>
                <a:gridCol w="128016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Arm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round1 (1.15× over-pool)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round2 (2.3×)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round3 (3.5×)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 mean(r2,r3)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C6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 (sync fallback)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327.6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223.5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332.0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107.5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149.5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119.4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 (async)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293.9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285.7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237.3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303.1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195.0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235.6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Setup: context ~75.3K → ~152K → ~229K tokens (pool 65,536 ⇒ 1.15× / 2.3× / 3.5× over-pool); long outputs up to 2000 tokens; partial prefix-cache reuse between turns (49.3% / 66.4%); the two arms differ only by the NINFER_ASYNC_DEMOTE switch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3657600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 criterion：</a:t>
            </a:r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 deep-segment median 188.1 vs ON 234.9 ⇒ r = 0.80 &lt; 0.85: net async gain confirmed; ON wins all three paired rounds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3959352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Deepest segment (3.5× over-pool)：</a:t>
            </a:r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119.4 vs 235.6 ≈ 2.0×; ring stalls 33 → 2 (~16×)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4261104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C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Shallow control (one-shot, same day)：</a:t>
            </a:r>
            <a:pPr indent="0" marL="0">
              <a:buNone/>
            </a:pPr>
            <a:r>
              <a:rPr lang="en-US" sz="105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1.13, a tie ⇒ the value grows with working-set depth — async was designed exactly for deep loads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Honest note: n=3/arm, single machine, healthy period; the sync arm did not “die” — the stronger claim “multi-turn = death before v2” did not reproduce (we observe “usable but slow”); **and no valley appeared this time — possibly because earlier rounds of fixes incidentally eased that state** (not reproduced in this ablation; pending further verification).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ISSUES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Remaining issues (an honest list)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breakdown boundary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 slow peaks a batch takes 11.5-33.7 ms, approaching/exceeding the decode step window — inherent exposure of any async scheme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pipeline not default yet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multiple batches in flight is the right direction to dilute breakdown; under validation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8600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 tier: a deliberate trade-off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 KV fits in host RAM (worst case ≈ 8.6 GB vs 128 GB); no capacity need; the +11% hot cost is not worth 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28600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28600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Copy-based movement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still copy-based; upstream already ships “ownership move” — catching up. Once landed: copy-vs-move contrast under the on-demand protocol (valley rate/depth) and its effect on exposure.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3840480" cy="95097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83280"/>
            <a:ext cx="91440" cy="950976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Coverage gap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37673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 focus on single-stream long context; multi-session concurrency (upstream's home turf) is under-covered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Note: the “transient slow state” is expanded on the previous page.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24128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24128"/>
            <a:ext cx="91440" cy="5303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106424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1155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10698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Deeper pipeline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06984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multiple batches in flight, reclaiming breakdown headroom — the final link of “shallow pool + deep pipeline + high precision”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45920"/>
            <a:ext cx="91440" cy="5303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1728216"/>
            <a:ext cx="365760" cy="365760"/>
          </a:xfrm>
          <a:prstGeom prst="ellipse">
            <a:avLst/>
          </a:prstGeom>
          <a:solidFill>
            <a:srgbClr val="0E4C6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737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25880" y="16916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Ownership move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69164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aligning with upstream semantics: move without copying, restore with zero snapshots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267712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267712"/>
            <a:ext cx="91440" cy="5303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2350008"/>
            <a:ext cx="365760" cy="365760"/>
          </a:xfrm>
          <a:prstGeom prst="ellipse">
            <a:avLst/>
          </a:prstGeom>
          <a:solidFill>
            <a:srgbClr val="0E4C6E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3591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325880" y="23134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Host-tier deepening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313432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expand host quota + optimize RAM↔VRAM movement; SSD re-evaluated on demand (not a follow item)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889504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889504"/>
            <a:ext cx="91440" cy="530352"/>
          </a:xfrm>
          <a:prstGeom prst="rect">
            <a:avLst/>
          </a:prstGeom>
          <a:solidFill>
            <a:srgbClr val="B07A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2971800"/>
            <a:ext cx="365760" cy="365760"/>
          </a:xfrm>
          <a:prstGeom prst="ellipse">
            <a:avLst/>
          </a:prstGeom>
          <a:solidFill>
            <a:srgbClr val="B07A00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29809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325880" y="29352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Closing the slow state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293522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upstream localization of the driver submit blockage (3-step repro ready); chasing the natural trigger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511296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511296"/>
            <a:ext cx="91440" cy="5303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593592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6027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25880" y="355701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Mis-move rate observability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74720" y="3557016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measure the “moved-out, quickly moved-back” ratio — turning decision quality from guesswork into numbers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4133088"/>
            <a:ext cx="804672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133088"/>
            <a:ext cx="91440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777240" y="421538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325880" y="41788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Upstream contribution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74720" y="417880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contribute fixes and measurements back (incl. convergence with KVMem's official backend)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45720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OPEN SOURCE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open-source this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86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86200" cy="73152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Origin: the time has come to open the door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tech has reached “production-usable in a bounded scenario”: single-stream long-context agent sessions (exclusive VRAM), verified in real runs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but the biggest open problem (the transient slow state) exceeds what one line of effort can carry 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b="1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source = community / upstream / driver-side co-investigation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 hold the key to “exchanging for help”: a ~2-minute minimal repro protocol (the state can be manufactured at will)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38862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97280"/>
            <a:ext cx="3886200" cy="73152"/>
          </a:xfrm>
          <a:prstGeom prst="rect">
            <a:avLst/>
          </a:prstGeom>
          <a:solidFill>
            <a:srgbClr val="0E4C6E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 &amp; promises (definition first)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positioning: “research-grade engineering + production-usable in a bounded scenario”; multi-session not covered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Promise ① valley is manageable: fingerprint detectable / minutes to self-heal / confirmed avoidance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Promise ② lossless output: in-pool vs over-pool byte-identical (A2 gate)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C050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promised: never entering the valley (trigger unresolved); general production-grade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713232"/>
          </a:xfrm>
          <a:prstGeom prst="rect">
            <a:avLst/>
          </a:prstGeom>
          <a:solidFill>
            <a:srgbClr val="FFF4DC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657600"/>
            <a:ext cx="10972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1246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hope to get back:</a:t>
            </a:r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“praise”, but</a:t>
            </a:r>
            <a:pPr indent="0" marL="0">
              <a:buNone/>
            </a:pPr>
            <a:r>
              <a:rPr lang="en-US" sz="1100" b="1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leads and verdicts from fellow travelers</a:t>
            </a:r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who has seen submit blocking on the driver side, who has reproduced the same slow state, who can help pin the root cause to line level.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pre-release checklist (docs/) §0 and the origin section.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49640" y="4800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Standing on KVMem's Shoulders · Async Page Pipeline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0080"/>
            <a:ext cx="128016" cy="640080"/>
          </a:xfrm>
          <a:prstGeom prst="rect">
            <a:avLst/>
          </a:prstGeom>
          <a:solidFill>
            <a:srgbClr val="0FA3A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A3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THANKS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sentences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93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original authors turned “doesn't fit” into “it fits” — KV virtualization lets a consumer card host a million-token workspace;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86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their foundation we turned “paging” from synchronous waiting into the Async Page Pipeline — movement overlaps compute, over-pool no longer means slowdown;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365760" cy="365760"/>
          </a:xfrm>
          <a:prstGeom prst="ellipse">
            <a:avLst/>
          </a:prstGeom>
          <a:solidFill>
            <a:srgbClr val="0FA3A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638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1089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delivered, the slow-state manhunt ongoing — goal: from “always fits” to “always fast”.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7498080" cy="566928"/>
          </a:xfrm>
          <a:prstGeom prst="rect">
            <a:avLst/>
          </a:prstGeom>
          <a:solidFill>
            <a:srgbClr val="13314D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233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again: the KVMem authors (Bilibili: FirePKU) · Shensanshu · tancau (Ring) · Shuaqi-de-zxz (5060Ti line), and llama.cpp / Neroued/ninfer / iamwavecut/ninfer-all and all community contributors.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7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Ninfer-KVMem-Async · 2026-10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Standing on KVMem's Shoulders: the Async Page Pipeline</dc:title>
  <dc:subject>PptxGenJS Presentation</dc:subject>
  <dc:creator>paicat1</dc:creator>
  <cp:lastModifiedBy>paicat1</cp:lastModifiedBy>
  <cp:revision>1</cp:revision>
  <dcterms:created xsi:type="dcterms:W3CDTF">2026-10-16T09:46:13Z</dcterms:created>
  <dcterms:modified xsi:type="dcterms:W3CDTF">2026-10-16T09:46:13Z</dcterms:modified>
</cp:coreProperties>
</file>